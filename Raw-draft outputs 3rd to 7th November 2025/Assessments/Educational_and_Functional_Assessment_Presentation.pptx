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9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3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79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4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8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77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0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8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4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39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5956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13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72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46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28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7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55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Educational and Functional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Summary and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Educational and Functional Assessment identifies learners’ strengths, needs, and barriers to learning.</a:t>
            </a:r>
          </a:p>
          <a:p>
            <a:pPr>
              <a:spcAft>
                <a:spcPts val="800"/>
              </a:spcAft>
            </a:pPr>
            <a:r>
              <a:t>It guides placement, intervention planning, and support services for diverse learners.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Co-Domains of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Visual Impairment, Hearing Impairment, Physical and Multiple Disabilities, Speech and Language Disorders.</a:t>
            </a:r>
          </a:p>
          <a:p>
            <a:pPr>
              <a:spcAft>
                <a:spcPts val="800"/>
              </a:spcAft>
            </a:pPr>
            <a:r>
              <a:t>Neurodevelopmental Conditions (Autism, Learning Difficulties, Intellectual Differences, Emotional and Behavioral Difficulties, Gifted and Talented).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Assessors make referrals for diagnosis when needed.</a:t>
            </a:r>
          </a:p>
          <a:p>
            <a:pPr>
              <a:spcAft>
                <a:spcPts val="800"/>
              </a:spcAft>
            </a:pPr>
            <a:r>
              <a:t>Required documents: school books, examination files, teacher’s report, and clinical documentation.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Assessment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Sensitization at the intake office ensures screening and proper guidance.</a:t>
            </a:r>
          </a:p>
          <a:p>
            <a:pPr>
              <a:spcAft>
                <a:spcPts val="800"/>
              </a:spcAft>
            </a:pPr>
            <a:r>
              <a:t>No fixed age limit for assessment (open for discussion).</a:t>
            </a:r>
          </a:p>
          <a:p>
            <a:pPr>
              <a:spcAft>
                <a:spcPts val="800"/>
              </a:spcAft>
            </a:pPr>
            <a:r>
              <a:t>Intake staff must have a background in Special Needs Education but cannot make referrals.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Management and Digital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Implement a document upload system for reports and assessments.</a:t>
            </a:r>
          </a:p>
          <a:p>
            <a:pPr>
              <a:spcAft>
                <a:spcPts val="800"/>
              </a:spcAft>
            </a:pPr>
            <a:r>
              <a:t>Intake officers and assessors can upload files.</a:t>
            </a:r>
          </a:p>
          <a:p>
            <a:pPr>
              <a:spcAft>
                <a:spcPts val="800"/>
              </a:spcAft>
            </a:pPr>
            <a:r>
              <a:t>Future goal: develop an app for uploading and managing client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 Assessment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Speech delay → direct referral to Speech and Language Therapy.</a:t>
            </a:r>
          </a:p>
          <a:p>
            <a:pPr>
              <a:spcAft>
                <a:spcPts val="800"/>
              </a:spcAft>
            </a:pPr>
            <a:r>
              <a:t>High-risk clients handled at triage by a multidisciplinary team in a designated safe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Counselling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Pre-counselling may be conducted by assessors when necessary.</a:t>
            </a:r>
          </a:p>
          <a:p>
            <a:pPr>
              <a:spcAft>
                <a:spcPts val="800"/>
              </a:spcAft>
            </a:pPr>
            <a:r>
              <a:t>Not a mandatory procedure.</a:t>
            </a:r>
          </a:p>
          <a:p>
            <a:pPr>
              <a:spcAft>
                <a:spcPts val="800"/>
              </a:spcAft>
            </a:pPr>
            <a:r>
              <a:t>Referrals to counselling can be made by assessors or intake officers.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School Placement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Maintain an updated list of approved schools and placements.</a:t>
            </a:r>
          </a:p>
          <a:p>
            <a:pPr>
              <a:spcAft>
                <a:spcPts val="800"/>
              </a:spcAft>
            </a:pPr>
            <a:r>
              <a:t>Assessment team should contact schools directly to confirm availability.</a:t>
            </a:r>
          </a:p>
          <a:p>
            <a:pPr>
              <a:spcAft>
                <a:spcPts val="800"/>
              </a:spcAft>
            </a:pPr>
            <a:r>
              <a:t>Parents should not be responsible for finding schools.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and Follow-Up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Establish structured feedback and follow-up mechanisms.</a:t>
            </a:r>
          </a:p>
          <a:p>
            <a:pPr>
              <a:spcAft>
                <a:spcPts val="800"/>
              </a:spcAft>
            </a:pPr>
            <a:r>
              <a:t>Conduct school-based follow-up to check intervention effectiveness.</a:t>
            </a:r>
          </a:p>
          <a:p>
            <a:pPr>
              <a:spcAft>
                <a:spcPts val="800"/>
              </a:spcAft>
            </a:pPr>
            <a:r>
              <a:t>Set up reminder systems for clients due for review.</a:t>
            </a:r>
          </a:p>
          <a:p>
            <a:pPr>
              <a:spcAft>
                <a:spcPts val="800"/>
              </a:spcAft>
            </a:pPr>
            <a:r>
              <a:t>Share feedback reports among assessors, schools, and parents.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Support and Professional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Hold weekly debriefing sessions for all departments.</a:t>
            </a:r>
          </a:p>
          <a:p>
            <a:pPr>
              <a:spcAft>
                <a:spcPts val="800"/>
              </a:spcAft>
            </a:pPr>
            <a:r>
              <a:t>Promote staff mental health, collaboration, and shared learning.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No age limit for assessment.</a:t>
            </a:r>
          </a:p>
          <a:p>
            <a:pPr>
              <a:spcAft>
                <a:spcPts val="800"/>
              </a:spcAft>
            </a:pPr>
            <a:r>
              <a:t>Assessors make referrals; intake office handles screening.</a:t>
            </a:r>
          </a:p>
          <a:p>
            <a:pPr>
              <a:spcAft>
                <a:spcPts val="800"/>
              </a:spcAft>
            </a:pPr>
            <a:r>
              <a:t>Digital upload system for documentation.</a:t>
            </a:r>
          </a:p>
          <a:p>
            <a:pPr>
              <a:spcAft>
                <a:spcPts val="800"/>
              </a:spcAft>
            </a:pPr>
            <a:r>
              <a:t>Counselling and debriefing integrated when necessary.</a:t>
            </a:r>
          </a:p>
          <a:p>
            <a:pPr>
              <a:spcAft>
                <a:spcPts val="800"/>
              </a:spcAft>
            </a:pPr>
            <a:r>
              <a:t>Structured follow-up and review reminders.</a:t>
            </a:r>
          </a:p>
          <a:p>
            <a:pPr>
              <a:spcAft>
                <a:spcPts val="800"/>
              </a:spcAft>
            </a:pPr>
            <a:r>
              <a:t>Direct school placement coordination.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800"/>
              </a:spcAft>
            </a:pPr>
            <a:r>
              <a:t>A holistic, multidisciplinary, and learner-centered approach ensures every learner receives appropriate support.</a:t>
            </a:r>
          </a:p>
          <a:p>
            <a:pPr>
              <a:spcAft>
                <a:spcPts val="800"/>
              </a:spcAft>
            </a:pPr>
            <a:r>
              <a:t>Integration of assessment, counselling, follow-up, and digital systems enhances efficiency and outcomes.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409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</vt:lpstr>
      <vt:lpstr>Educational and Functional Assessment</vt:lpstr>
      <vt:lpstr>Overview</vt:lpstr>
      <vt:lpstr>Co-Domains of Assessment</vt:lpstr>
      <vt:lpstr>Assessment Process</vt:lpstr>
      <vt:lpstr>Initial Assessment Procedures</vt:lpstr>
      <vt:lpstr>Documentation Management and Digital Systems</vt:lpstr>
      <vt:lpstr>Specific Assessment Pathways</vt:lpstr>
      <vt:lpstr>Counselling Integration</vt:lpstr>
      <vt:lpstr>School Placement Procedures</vt:lpstr>
      <vt:lpstr>Feedback and Follow-Up System</vt:lpstr>
      <vt:lpstr>Staff Support and Professional Development</vt:lpstr>
      <vt:lpstr>Summary of Key Recommendations</vt:lpstr>
      <vt:lpstr>Key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Educational and Functional Assessment</dc:title>
  <dc:subject/>
  <dc:creator>Masole</dc:creator>
  <cp:keywords/>
  <dc:description>generated using python-pptx</dc:description>
  <cp:lastModifiedBy>Masole</cp:lastModifiedBy>
  <cp:revision>2</cp:revision>
  <dcterms:created xsi:type="dcterms:W3CDTF">2013-01-27T09:14:16Z</dcterms:created>
  <dcterms:modified xsi:type="dcterms:W3CDTF">2025-11-03T13:29:18Z</dcterms:modified>
  <cp:category/>
</cp:coreProperties>
</file>