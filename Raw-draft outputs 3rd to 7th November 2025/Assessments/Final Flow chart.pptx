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96" autoAdjust="0"/>
    <p:restoredTop sz="94660"/>
  </p:normalViewPr>
  <p:slideViewPr>
    <p:cSldViewPr snapToGrid="0">
      <p:cViewPr>
        <p:scale>
          <a:sx n="75" d="100"/>
          <a:sy n="75" d="100"/>
        </p:scale>
        <p:origin x="412" y="1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75DDA-38BD-47FB-9BDC-FDA798D29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393FCF-E91F-4B7E-A4B0-1CCB827E8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2B98D-2238-4C93-8833-71D9EAE53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4372-0726-46A7-A447-5151FF9FF1B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47D3B-7341-4ABA-9CC7-A858EA6D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D0464-F319-485C-A64A-4697B8C21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7F36-815E-45C4-BADF-07AA88D3D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640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790E3-68DE-4DAB-8E38-8C592A22C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D4A26-B489-4BD3-9DAA-B55450EA2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2FEC4-DE0B-4C38-8636-49117A016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4372-0726-46A7-A447-5151FF9FF1B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E205D-503D-46DC-AC8B-A54B96C24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F3995-9192-411F-9E55-DA227B53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7F36-815E-45C4-BADF-07AA88D3D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69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691A3-530D-4A98-B194-C293D5F5C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A20E9-AB14-4A52-BD41-5ADF3D2E2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6BD25-D8A2-4D65-88C5-A1EA2D537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4372-0726-46A7-A447-5151FF9FF1B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A8C05-15A4-4B2D-9486-C956B3630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19BBF-9C96-40C0-A63F-967893D89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7F36-815E-45C4-BADF-07AA88D3D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18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6A0E0-53A1-4B67-B020-B9C2485D8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04220-8399-454C-BB3F-C0BFF59F9D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6283D-3C45-4CBA-A73D-2754AB9C5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F61DB-6189-4212-9A6B-590E82B56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4372-0726-46A7-A447-5151FF9FF1B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D81BA-B75E-49CA-AA82-C5065C3B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283A5-BF3F-4964-8CAA-945A31A20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7F36-815E-45C4-BADF-07AA88D3D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99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8FE42-5634-4035-A9B7-C3713F2F7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1C6A7-63BF-446A-9A02-E6D53391A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D9959-E18A-407C-9878-6AACF6211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EB0EE7-D58B-48FF-800F-F8BB5EBCA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7159E7-B232-4CE1-BE55-94DE4833D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D20D7F-1335-4775-98F5-150945A20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4372-0726-46A7-A447-5151FF9FF1B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1FDDD-18D4-4534-B468-8E521CDD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F4A639-09F9-48BE-865E-34B4E4205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7F36-815E-45C4-BADF-07AA88D3D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82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FDD59-081D-4BCD-823F-CB90F6549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D353E0-061E-4F64-835B-188EEBBAF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4372-0726-46A7-A447-5151FF9FF1B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A5858E-3AD1-4501-988D-708ED3B79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15693D-7817-4C68-820C-3C071410E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7F36-815E-45C4-BADF-07AA88D3D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57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AC6FA4-9A91-4F40-BC47-2C5027DDE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4372-0726-46A7-A447-5151FF9FF1B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34063-5DA2-487A-8331-69806E1D5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147FA-4452-4C17-B446-96D7BE6C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7F36-815E-45C4-BADF-07AA88D3D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11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387B6-7959-4653-9610-09E5FF68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6687-DB1C-421D-A1C2-8A6DF949A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9CAD6-9783-459E-AE33-D37801E72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1FE21-2287-4D2D-846E-61FFD435A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4372-0726-46A7-A447-5151FF9FF1B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962DF-E62C-4EE1-9F6D-1A34A25C1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A3B82-92C7-4A7C-9C69-FAF1A1008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7F36-815E-45C4-BADF-07AA88D3D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4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DC175-E2CB-4A4A-B333-25BA71CBE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50C88F-067F-4734-80AA-8A2FFCE721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AA06B-C731-43C1-AF77-6C319B216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3B0F2-E60E-4268-B6A4-EAA5076C1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4372-0726-46A7-A447-5151FF9FF1B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22AC9-E40D-4279-8F8D-3789A56C4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053C0-9634-4997-8922-33CA41ED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7F36-815E-45C4-BADF-07AA88D3D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808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6E83D-719E-456B-8832-0298FE917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D4E88-DE09-4144-8623-D69988D8F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88548-99EF-4F3D-8EC5-853E92450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4372-0726-46A7-A447-5151FF9FF1B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C0D73-63B6-449B-949D-00F9D0FFC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61975-096B-42B0-8C06-03DEE3EB1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7F36-815E-45C4-BADF-07AA88D3D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848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21D1C1-62E4-4D1A-B80C-ABF5703112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7D66A1-93CD-440C-8476-4267F0C68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5397E-03EE-4C1B-B34D-8A71AF6A8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4372-0726-46A7-A447-5151FF9FF1B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81FE6-25F2-43E7-8E89-0782342C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45E7D-0166-49A3-8FBA-8B9D3A4F7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7F36-815E-45C4-BADF-07AA88D3D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4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0703D1-B77F-422D-B937-BEB8DC801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170B3-6048-4B75-B6E0-F8A0134CD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3636B-FDA7-4717-B1D6-0238BB0AC4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B4372-0726-46A7-A447-5151FF9FF1B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64937-306D-46D2-B50F-75BA1B6859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81562-AD36-4FBA-B322-57F095222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07F36-815E-45C4-BADF-07AA88D3D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9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FC2BF8F-EAD2-4B80-835C-4A96348625C7}"/>
              </a:ext>
            </a:extLst>
          </p:cNvPr>
          <p:cNvSpPr/>
          <p:nvPr/>
        </p:nvSpPr>
        <p:spPr>
          <a:xfrm>
            <a:off x="152399" y="2565399"/>
            <a:ext cx="2023534" cy="9736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care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(Confirming receipt and signing in)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C0ECFE-055D-45DB-998A-A3B2B43735B1}"/>
              </a:ext>
            </a:extLst>
          </p:cNvPr>
          <p:cNvSpPr/>
          <p:nvPr/>
        </p:nvSpPr>
        <p:spPr>
          <a:xfrm>
            <a:off x="2514598" y="2549521"/>
            <a:ext cx="2023534" cy="9736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Service point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(Educational Assessment)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C85EAE-F0EB-4E1D-B029-B8DBDF3161E2}"/>
              </a:ext>
            </a:extLst>
          </p:cNvPr>
          <p:cNvSpPr/>
          <p:nvPr/>
        </p:nvSpPr>
        <p:spPr>
          <a:xfrm>
            <a:off x="5884333" y="5008031"/>
            <a:ext cx="2023534" cy="97366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Multidisciplinary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D14C38C-0DAE-418D-94DF-BF217541CBF0}"/>
              </a:ext>
            </a:extLst>
          </p:cNvPr>
          <p:cNvSpPr/>
          <p:nvPr/>
        </p:nvSpPr>
        <p:spPr>
          <a:xfrm>
            <a:off x="5884333" y="3507310"/>
            <a:ext cx="2023534" cy="97366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Intervention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(placement, report writing)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15DB96D-3DD0-4CF6-9BCE-654C60CF641F}"/>
              </a:ext>
            </a:extLst>
          </p:cNvPr>
          <p:cNvSpPr/>
          <p:nvPr/>
        </p:nvSpPr>
        <p:spPr>
          <a:xfrm>
            <a:off x="5884333" y="2010831"/>
            <a:ext cx="2023534" cy="97366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External Referral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(Medical Assessment)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B0AB650-F173-4082-81A9-916865E93D4D}"/>
              </a:ext>
            </a:extLst>
          </p:cNvPr>
          <p:cNvSpPr/>
          <p:nvPr/>
        </p:nvSpPr>
        <p:spPr>
          <a:xfrm>
            <a:off x="5884333" y="609597"/>
            <a:ext cx="2023534" cy="97366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Internal Referral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(OT, PT, Nut etc...)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1678BA7-0D93-43F8-A452-C30BC8F3F228}"/>
              </a:ext>
            </a:extLst>
          </p:cNvPr>
          <p:cNvSpPr/>
          <p:nvPr/>
        </p:nvSpPr>
        <p:spPr>
          <a:xfrm>
            <a:off x="10016067" y="2565399"/>
            <a:ext cx="2023534" cy="97366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Follow up plan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460279-23B4-4E28-908B-3BD580836F6F}"/>
              </a:ext>
            </a:extLst>
          </p:cNvPr>
          <p:cNvCxnSpPr>
            <a:cxnSpLocks/>
          </p:cNvCxnSpPr>
          <p:nvPr/>
        </p:nvCxnSpPr>
        <p:spPr>
          <a:xfrm flipV="1">
            <a:off x="2175933" y="3052232"/>
            <a:ext cx="338665" cy="158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313CCA8-9DF2-49D3-BB0C-C33D3FFECB5D}"/>
              </a:ext>
            </a:extLst>
          </p:cNvPr>
          <p:cNvCxnSpPr>
            <a:stCxn id="6" idx="0"/>
            <a:endCxn id="11" idx="1"/>
          </p:cNvCxnSpPr>
          <p:nvPr/>
        </p:nvCxnSpPr>
        <p:spPr>
          <a:xfrm rot="5400000" flipH="1" flipV="1">
            <a:off x="3978804" y="643992"/>
            <a:ext cx="1453090" cy="235796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4F7DA8CA-819A-4FA3-B28E-9E45666CDA03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V="1">
            <a:off x="4538132" y="2497665"/>
            <a:ext cx="1346201" cy="53869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EAFFF39-4070-4238-A967-E833EA192259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4538132" y="3036355"/>
            <a:ext cx="1346201" cy="957789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6C8C023-5DC9-42EE-881E-7AB7A5F5081C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19513" y="3330044"/>
            <a:ext cx="1971677" cy="235796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BDC9CFB-E69D-4642-813D-046A45F0F901}"/>
              </a:ext>
            </a:extLst>
          </p:cNvPr>
          <p:cNvCxnSpPr>
            <a:stCxn id="11" idx="3"/>
            <a:endCxn id="12" idx="0"/>
          </p:cNvCxnSpPr>
          <p:nvPr/>
        </p:nvCxnSpPr>
        <p:spPr>
          <a:xfrm>
            <a:off x="7907867" y="1096431"/>
            <a:ext cx="3119967" cy="146896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7DD875E6-9EFC-4373-ABA7-E57FA218119F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7907867" y="2497665"/>
            <a:ext cx="2108200" cy="55456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90CACDD5-E0DD-4695-8A01-68CF0CEB4231}"/>
              </a:ext>
            </a:extLst>
          </p:cNvPr>
          <p:cNvCxnSpPr>
            <a:stCxn id="9" idx="3"/>
            <a:endCxn id="12" idx="1"/>
          </p:cNvCxnSpPr>
          <p:nvPr/>
        </p:nvCxnSpPr>
        <p:spPr>
          <a:xfrm flipV="1">
            <a:off x="7907867" y="3052233"/>
            <a:ext cx="2108200" cy="941911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AD100F48-C405-44AF-9AD5-A5B25FAC6BF1}"/>
              </a:ext>
            </a:extLst>
          </p:cNvPr>
          <p:cNvCxnSpPr>
            <a:stCxn id="8" idx="3"/>
            <a:endCxn id="12" idx="2"/>
          </p:cNvCxnSpPr>
          <p:nvPr/>
        </p:nvCxnSpPr>
        <p:spPr>
          <a:xfrm flipV="1">
            <a:off x="7907867" y="3539066"/>
            <a:ext cx="3119967" cy="195579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212370C7-9B9A-44EF-A9A0-C39439C02A71}"/>
              </a:ext>
            </a:extLst>
          </p:cNvPr>
          <p:cNvSpPr txBox="1"/>
          <p:nvPr/>
        </p:nvSpPr>
        <p:spPr>
          <a:xfrm>
            <a:off x="499532" y="240265"/>
            <a:ext cx="3767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Educational Assessment Flow chart</a:t>
            </a:r>
          </a:p>
        </p:txBody>
      </p:sp>
    </p:spTree>
    <p:extLst>
      <p:ext uri="{BB962C8B-B14F-4D97-AF65-F5344CB8AC3E}">
        <p14:creationId xmlns:p14="http://schemas.microsoft.com/office/powerpoint/2010/main" val="3082862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46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Masole</dc:creator>
  <cp:lastModifiedBy>Masole</cp:lastModifiedBy>
  <cp:revision>7</cp:revision>
  <dcterms:created xsi:type="dcterms:W3CDTF">2025-11-06T13:05:21Z</dcterms:created>
  <dcterms:modified xsi:type="dcterms:W3CDTF">2025-11-06T13:52:33Z</dcterms:modified>
</cp:coreProperties>
</file>